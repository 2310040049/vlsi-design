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B56DC9-E342-4277-A957-1D57BD358C8D}" v="62" dt="2025-07-31T08:17:34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5B7FD-BD59-12AC-3A8D-42172EA26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5881BF-F197-8E6B-3EA2-60D90BB4E7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A2600-F626-9CEF-21D1-769BCD5F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4F685-AF22-6EB3-2E7C-0700CE5E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B4F19-B3CA-AC1A-5F3F-112459BD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2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AD7A4-F4EC-07FE-5F70-50D45F49F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D3B9-C07B-6806-F69D-588743657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6011E-857C-A19F-E8E9-FE051C26E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A9364-BD7F-431A-BEA8-606D7679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9AE0B-C904-0935-B734-89CA52F2E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4166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5D2F9-6016-063D-E558-D18B48C9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CECDF-FFBF-C0DD-24BE-C7452934D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C6EBF-55BE-9D9D-AE63-B8F23C8D2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6F745-61ED-6EE4-F0D5-AE50AC6F1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AFEA7-5FED-A3DE-47FF-84BF6C41C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12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16F0-B560-82E7-83A8-8324EFB4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CECD5-0B50-979E-5906-550F72CA4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33D81-D9A7-4FAB-3522-BA21C4A9F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F43783-322B-9454-81E3-01B485110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1A8BCE-6349-9ED3-EF82-FF276D102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2B7A-FBD0-74DA-A600-E64BB9B9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33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2819-C95B-27CA-135C-9CA3A3D0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6343B6-2D83-4E75-589A-B6465DCCC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2A97E-428B-4C12-CDF0-CB5A39C8F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6605C4-66F8-FE54-26E0-133BAA3B9B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F8B46-F1F2-3113-3B9A-3B111B41D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2C44F-1E75-3A3B-1413-3063CDFFC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5E4178-B92B-1BB2-B58A-3EDCA63FE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C872AF-DA0F-04CC-2DE0-FDF52AE0D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10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75F34-C9E9-EDE4-00CA-5D24A5A2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E18B4-9F5E-E2AF-38FF-ACFADABD6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2E3C95-3663-15DF-9FEE-F328FD899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3C0B4-A723-A633-BF28-C562F6C7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418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CB7FAD-8E2D-0412-1DBD-C6CABC74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D3D388-DFD3-EA83-C104-FA094AAB1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E1353-D192-E4DE-6340-38C7533D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54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86F0-CF76-CAE0-D3DB-88B88F0C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0E65-60BA-B8D0-A558-D5FACED17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D8265-DA9F-F758-71EA-EDC4EAB99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0D6F1-FF2A-BCBD-CBDC-90A3A22C0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11B2C-2624-3523-7862-6D7A35471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BF3E2-F16F-ECA6-0615-95E4FEED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874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FBF9C-C84B-EBBF-FB54-8F862756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90181-AC46-12BD-ED12-CDC82B88B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9052C-F3E1-1792-BE38-7BF1CCC59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2B10-5A63-245C-A483-5B9B44552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2CF5F-1039-686D-F6FD-8673ED61C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836FED-BC1C-25CE-0864-9712F8368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63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1A65-EA86-3895-9ADB-0EBAAD57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F5E083-C30E-5A13-EFB6-5B00E5F895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1A80F-B32B-B21B-B0EF-B83B54A63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3CEE7-91BF-0CBC-F710-C14654BD4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EF169-8348-1BC7-D8B5-A31A2828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26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BB264-E411-0308-7B8D-D59D02893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E8C6AB-D1A4-FCE3-FAEF-B53AE323E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68661-9799-6A7E-8A4D-C5C46C1E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C296A-CD10-4814-ADF0-2DC4B1D36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63A63-7F8C-68AE-CAF3-66E6C8EF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780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83066-D59D-4D76-60F0-A2D29A8D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E87D5-6F6F-C872-215F-90D343213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C2620-2FFD-3EEA-B627-4387E23913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7D33E-E6A4-4055-AE83-4421DCCBF3E0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5C0A0-A14C-25E1-2485-655F9789E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59384-86E7-0581-D509-B985B928C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9333D-5A1D-479D-91E0-9A40943A93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704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7788-6ED6-9B01-2898-DC6FC0450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122363"/>
            <a:ext cx="11936361" cy="238760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Britannic Bold" panose="020B0903060703020204" pitchFamily="34" charset="0"/>
              </a:rPr>
              <a:t>Low-Power 4-Bit ALU using Adiabatic Logic with FINFET Technology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DEDEF-DC9B-CEA8-3CF1-02F4764D75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No: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2310040049-Navya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2310040064-Gayathri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2310040072-Akshaya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86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C191-4D06-343C-E83A-0A5373BC0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OBJECTIVES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607D9B-1605-F17D-43E7-561257197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548" y="1691957"/>
            <a:ext cx="7831631" cy="180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power using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adiabatic logic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technology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leakage control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4-bit ALU with arithmetic and logical operations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simulation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34221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C874-4EB0-D5BC-01FB-D1E1D4A5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   What is </a:t>
            </a:r>
            <a:r>
              <a:rPr lang="en-IN" dirty="0" err="1">
                <a:latin typeface="Britannic Bold" panose="020B0903060703020204" pitchFamily="34" charset="0"/>
              </a:rPr>
              <a:t>FinFET</a:t>
            </a:r>
            <a:r>
              <a:rPr lang="en-IN" dirty="0">
                <a:latin typeface="Britannic Bold" panose="020B0903060703020204" pitchFamily="34" charset="0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CFC89-04D1-2CE4-75A2-4622C1BB2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170763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non-planar (3D) transistor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modern semiconductor devices. It is named after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“fin”-like structure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rises above the substrate, which acts as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which current flows.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FinFET - GeeksforGeeks">
            <a:extLst>
              <a:ext uri="{FF2B5EF4-FFF2-40B4-BE49-F238E27FC236}">
                <a16:creationId xmlns:a16="http://schemas.microsoft.com/office/drawing/2014/main" id="{A6659628-0536-E775-F057-9CBC25C73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284" y="2835275"/>
            <a:ext cx="73152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nswering a question with a question - Organising Students">
            <a:extLst>
              <a:ext uri="{FF2B5EF4-FFF2-40B4-BE49-F238E27FC236}">
                <a16:creationId xmlns:a16="http://schemas.microsoft.com/office/drawing/2014/main" id="{AA1087FD-6897-8523-7AA0-2079DB3033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74" y="622380"/>
            <a:ext cx="996864" cy="75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5265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515FF3-410A-FCA0-5EB6-F90545967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489"/>
            <a:ext cx="12192000" cy="661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9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5C31-906F-0BBF-63A3-B8042EC2F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    What is Adiabatic logic??</a:t>
            </a:r>
            <a:endParaRPr lang="en-IN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FE24A-8A19-F437-2616-465DF362C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633" y="1825625"/>
            <a:ext cx="11680722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Adiabatic logic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low-power digital circuit design technique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energy used to charge and discharge capacitors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partially recovered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being dissipated as heat (as in conventional CMOS logic).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     Slow switching</a:t>
            </a:r>
            <a:r>
              <a:rPr lang="en-IN" sz="2400" dirty="0"/>
              <a:t> to reduce energy loss.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     Reversible logic</a:t>
            </a:r>
            <a:r>
              <a:rPr lang="en-IN" sz="2400" dirty="0"/>
              <a:t> — circuit operations can be reversed.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    Uses </a:t>
            </a:r>
            <a:r>
              <a:rPr lang="en-IN" sz="2400" b="1" dirty="0"/>
              <a:t>AC power clocks</a:t>
            </a:r>
            <a:r>
              <a:rPr lang="en-IN" sz="2400" dirty="0"/>
              <a:t> (often sinusoidal or trapezoidal).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      Common styles: </a:t>
            </a:r>
            <a:r>
              <a:rPr lang="en-IN" sz="2400" b="1" dirty="0"/>
              <a:t>ECRL (Efficient Charge Recovery Logic), PFAL (Positive     Feedback Adiabatic Logic)</a:t>
            </a:r>
            <a:r>
              <a:rPr lang="en-IN" sz="2400" dirty="0"/>
              <a:t>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Answering a question with a question - Organising Students">
            <a:extLst>
              <a:ext uri="{FF2B5EF4-FFF2-40B4-BE49-F238E27FC236}">
                <a16:creationId xmlns:a16="http://schemas.microsoft.com/office/drawing/2014/main" id="{DC42D389-A665-F839-1DAF-C8E132C1F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12" y="581435"/>
            <a:ext cx="947010" cy="716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50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8CD33-469D-1F56-F620-54D2C103D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Britannic Bold" panose="020B0903060703020204" pitchFamily="34" charset="0"/>
              </a:rPr>
              <a:t>ALU Architecture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534A893-D202-E198-4876-CC984D6E1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                                  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494953-2705-01D0-6CDA-8CE5C9D74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148" y="1313294"/>
            <a:ext cx="4832442" cy="537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92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426CC-507F-5140-EAC4-DB7256A8B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          Why not CMOS??</a:t>
            </a:r>
            <a:endParaRPr lang="en-IN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6AD89-F026-E79E-66F3-947E5F49B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328" y="2190751"/>
            <a:ext cx="10590981" cy="313171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IN" dirty="0"/>
              <a:t>🔹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leakage power due to bulk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cmos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180nm is outdated.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🔹Dynamic power loss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switiching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🔹 It requires large area due to planar CMOS.</a:t>
            </a:r>
          </a:p>
        </p:txBody>
      </p:sp>
      <p:pic>
        <p:nvPicPr>
          <p:cNvPr id="4100" name="Picture 4" descr="Illustration Child Thinking Stock Illustrations – 10,075 Illustration Child  Thinking Stock Illustrations, Vectors &amp; Clipart - Dreamstime">
            <a:extLst>
              <a:ext uri="{FF2B5EF4-FFF2-40B4-BE49-F238E27FC236}">
                <a16:creationId xmlns:a16="http://schemas.microsoft.com/office/drawing/2014/main" id="{133F3AB9-BE4E-ADBC-DE04-671B11929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340" y="70374"/>
            <a:ext cx="1532051" cy="191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536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DDA3D-DFFF-7037-42B7-ECDE4EDDD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ritannic Bold" panose="020B0903060703020204" pitchFamily="34" charset="0"/>
              </a:rPr>
              <a:t>Methodology</a:t>
            </a:r>
            <a:endParaRPr lang="en-IN" dirty="0">
              <a:latin typeface="Britannic Bold" panose="020B0903060703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A499E-1463-794C-127A-A3E01F9E2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Problem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Suitable Technologies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the 4-bit ALU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Adiabatic Logic Blocks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with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FinFET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Devices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&amp; Analysis</a:t>
            </a:r>
          </a:p>
        </p:txBody>
      </p:sp>
    </p:spTree>
    <p:extLst>
      <p:ext uri="{BB962C8B-B14F-4D97-AF65-F5344CB8AC3E}">
        <p14:creationId xmlns:p14="http://schemas.microsoft.com/office/powerpoint/2010/main" val="90174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hank You Images - Free Download on Freepik">
            <a:extLst>
              <a:ext uri="{FF2B5EF4-FFF2-40B4-BE49-F238E27FC236}">
                <a16:creationId xmlns:a16="http://schemas.microsoft.com/office/drawing/2014/main" id="{5985AF41-AFDB-FCED-CE24-355565CA9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465" y="766916"/>
            <a:ext cx="7806812" cy="47718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978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242</Words>
  <Application>Microsoft Office PowerPoint</Application>
  <PresentationFormat>Widescreen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Britannic Bold</vt:lpstr>
      <vt:lpstr>Calibri</vt:lpstr>
      <vt:lpstr>Calibri Light</vt:lpstr>
      <vt:lpstr>Times New Roman</vt:lpstr>
      <vt:lpstr>Wingdings</vt:lpstr>
      <vt:lpstr>Office Theme</vt:lpstr>
      <vt:lpstr>Low-Power 4-Bit ALU using Adiabatic Logic with FINFET Technology </vt:lpstr>
      <vt:lpstr>OBJECTIVES:</vt:lpstr>
      <vt:lpstr>   What is FinFET?</vt:lpstr>
      <vt:lpstr>PowerPoint Presentation</vt:lpstr>
      <vt:lpstr>    What is Adiabatic logic??</vt:lpstr>
      <vt:lpstr>ALU Architecture</vt:lpstr>
      <vt:lpstr>          Why not CMOS??</vt:lpstr>
      <vt:lpstr>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Gayathri Reddy</dc:creator>
  <cp:lastModifiedBy>vijayanavyasridharmaraju@gmail.com</cp:lastModifiedBy>
  <cp:revision>2</cp:revision>
  <dcterms:created xsi:type="dcterms:W3CDTF">2025-07-31T06:16:57Z</dcterms:created>
  <dcterms:modified xsi:type="dcterms:W3CDTF">2025-11-12T15:16:38Z</dcterms:modified>
</cp:coreProperties>
</file>